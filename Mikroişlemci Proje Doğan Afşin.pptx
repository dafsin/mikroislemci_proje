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sldIdLst>
    <p:sldId id="256" r:id="rId2"/>
    <p:sldId id="263" r:id="rId3"/>
    <p:sldId id="257" r:id="rId4"/>
    <p:sldId id="261" r:id="rId5"/>
    <p:sldId id="262" r:id="rId6"/>
    <p:sldId id="258" r:id="rId7"/>
    <p:sldId id="259" r:id="rId8"/>
    <p:sldId id="260" r:id="rId9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16A526-3E51-E93A-3310-7DFE10AD7993}" v="726" dt="2026-04-26T22:01:55.7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26.04.2026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40994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26.04.2026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44319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26.04.2026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96833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26.04.2026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52797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26.04.2026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46744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26.04.2026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61482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26.04.2026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99817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26.04.2026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00913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26.04.2026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18175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26.04.2026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47874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26.04.2026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04856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072480-10DA-4FB4-BEAE-2A1DEA90F248}" type="datetimeFigureOut">
              <a:rPr lang="tr-TR" smtClean="0"/>
              <a:t>26.04.2026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12468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189973" y="2693901"/>
            <a:ext cx="9822493" cy="353466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tr-TR" sz="2000"/>
              <a:t>MİKROİŞLEMCİLER</a:t>
            </a:r>
          </a:p>
          <a:p>
            <a:r>
              <a:rPr lang="tr-TR" sz="2000"/>
              <a:t>PROJE ÖDEVİ </a:t>
            </a:r>
          </a:p>
          <a:p>
            <a:endParaRPr lang="tr-TR" sz="2000" dirty="0"/>
          </a:p>
          <a:p>
            <a:r>
              <a:rPr lang="tr-TR" sz="2800" b="1"/>
              <a:t>HARF YAKALAMA OYUNU</a:t>
            </a:r>
            <a:endParaRPr lang="tr-TR" sz="2800" b="1" dirty="0"/>
          </a:p>
          <a:p>
            <a:endParaRPr lang="tr-TR" sz="2000" dirty="0"/>
          </a:p>
          <a:p>
            <a:endParaRPr lang="tr-TR" sz="2000" dirty="0"/>
          </a:p>
          <a:p>
            <a:r>
              <a:rPr lang="tr-TR" sz="2000"/>
              <a:t>DOĞAN AFŞİN</a:t>
            </a:r>
          </a:p>
          <a:p>
            <a:r>
              <a:rPr lang="tr-TR" sz="2000"/>
              <a:t>523625033</a:t>
            </a:r>
            <a:endParaRPr lang="tr-TR" sz="2000" dirty="0"/>
          </a:p>
          <a:p>
            <a:r>
              <a:rPr lang="tr-TR" sz="2000"/>
              <a:t>2026</a:t>
            </a:r>
            <a:endParaRPr lang="tr-TR"/>
          </a:p>
          <a:p>
            <a:endParaRPr lang="tr-TR" sz="2800" dirty="0"/>
          </a:p>
        </p:txBody>
      </p:sp>
      <p:pic>
        <p:nvPicPr>
          <p:cNvPr id="4" name="Resim 3" descr="metin, simge, sembol, logo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CC5B3F76-808B-04E7-C46D-0D3D540343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0951" y="459288"/>
            <a:ext cx="1810018" cy="1826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425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A3A5B99-8F91-2BD2-9752-F4AE36CEC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Github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BC0B749-5E52-8311-B3DF-07A36CC09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21024" cy="84405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tr-TR" dirty="0">
                <a:ea typeface="+mn-lt"/>
                <a:cs typeface="+mn-lt"/>
              </a:rPr>
              <a:t>https://github.com/dafsin/mikroislemci_proje/blob/main/main.asm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70525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4F98EFA-B7FF-C39D-2BF5-3D277CA44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Görev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15D8B7E-4E4F-0622-109A-5BD31B4301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tr-TR">
                <a:ea typeface="+mn-lt"/>
                <a:cs typeface="+mn-lt"/>
              </a:rPr>
              <a:t>Oyuncu ekranın üst kısmından düşen harfleri kontrol ettiği sepet ile yakalayarak doğru harfleri toplamaya çalışır.</a:t>
            </a:r>
          </a:p>
          <a:p>
            <a:r>
              <a:rPr lang="tr-TR">
                <a:ea typeface="+mn-lt"/>
                <a:cs typeface="+mn-lt"/>
              </a:rPr>
              <a:t>Harfler rastgele sırayla düşmelidir. </a:t>
            </a:r>
            <a:endParaRPr lang="tr-TR" dirty="0">
              <a:ea typeface="+mn-lt"/>
              <a:cs typeface="+mn-lt"/>
            </a:endParaRPr>
          </a:p>
          <a:p>
            <a:r>
              <a:rPr lang="tr-TR">
                <a:ea typeface="+mn-lt"/>
                <a:cs typeface="+mn-lt"/>
              </a:rPr>
              <a:t>Hedef harf oyunun başında belirtilmelidir. </a:t>
            </a:r>
          </a:p>
          <a:p>
            <a:r>
              <a:rPr lang="tr-TR">
                <a:ea typeface="+mn-lt"/>
                <a:cs typeface="+mn-lt"/>
              </a:rPr>
              <a:t>Her 10 puanda harf düşme hızı artırılmalıdır. </a:t>
            </a:r>
          </a:p>
          <a:p>
            <a:r>
              <a:rPr lang="tr-TR">
                <a:ea typeface="+mn-lt"/>
                <a:cs typeface="+mn-lt"/>
              </a:rPr>
              <a:t>Yanlış harf yakalama −5 puan ceza vermelidir. </a:t>
            </a:r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774805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2B25719-B09D-8740-773A-674026EB8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Algoritma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F7EABAB-7394-3E01-EBA6-28844F73C2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673"/>
            <a:ext cx="10515600" cy="4726290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/>
            <a:r>
              <a:rPr lang="tr-TR">
                <a:ea typeface="+mn-lt"/>
                <a:cs typeface="+mn-lt"/>
              </a:rPr>
              <a:t>1. Ekrana hız= 1 yaz</a:t>
            </a:r>
            <a:endParaRPr lang="tr-TR"/>
          </a:p>
          <a:p>
            <a:r>
              <a:rPr lang="tr-TR">
                <a:ea typeface="+mn-lt"/>
                <a:cs typeface="+mn-lt"/>
              </a:rPr>
              <a:t>2. Ekrana score=0 yaz </a:t>
            </a:r>
            <a:endParaRPr lang="tr-TR"/>
          </a:p>
          <a:p>
            <a:r>
              <a:rPr lang="tr-TR">
                <a:ea typeface="+mn-lt"/>
                <a:cs typeface="+mn-lt"/>
              </a:rPr>
              <a:t>3. Ekrandan harf girişi yaptır</a:t>
            </a:r>
            <a:endParaRPr lang="tr-TR"/>
          </a:p>
          <a:p>
            <a:r>
              <a:rPr lang="tr-TR">
                <a:ea typeface="+mn-lt"/>
                <a:cs typeface="+mn-lt"/>
              </a:rPr>
              <a:t>4. Girilen harfin adresini ata</a:t>
            </a:r>
            <a:endParaRPr lang="tr-TR"/>
          </a:p>
          <a:p>
            <a:r>
              <a:rPr lang="tr-TR">
                <a:ea typeface="+mn-lt"/>
                <a:cs typeface="+mn-lt"/>
              </a:rPr>
              <a:t>5. girilen harfi registera ata</a:t>
            </a:r>
            <a:endParaRPr lang="tr-TR"/>
          </a:p>
          <a:p>
            <a:r>
              <a:rPr lang="tr-TR">
                <a:ea typeface="+mn-lt"/>
                <a:cs typeface="+mn-lt"/>
              </a:rPr>
              <a:t>6. sepetin sütun ve satırını ata</a:t>
            </a:r>
            <a:endParaRPr lang="tr-TR"/>
          </a:p>
          <a:p>
            <a:r>
              <a:rPr lang="tr-TR">
                <a:ea typeface="+mn-lt"/>
                <a:cs typeface="+mn-lt"/>
              </a:rPr>
              <a:t>7. sepeti çiz</a:t>
            </a:r>
            <a:endParaRPr lang="tr-TR"/>
          </a:p>
          <a:p>
            <a:r>
              <a:rPr lang="tr-TR">
                <a:ea typeface="+mn-lt"/>
                <a:cs typeface="+mn-lt"/>
              </a:rPr>
              <a:t>7. klavyeden tuş girişi al</a:t>
            </a:r>
            <a:endParaRPr lang="tr-TR"/>
          </a:p>
          <a:p>
            <a:r>
              <a:rPr lang="tr-TR">
                <a:ea typeface="+mn-lt"/>
                <a:cs typeface="+mn-lt"/>
              </a:rPr>
              <a:t>8. input b ise random harf için ekranın en üstünden harf yaz</a:t>
            </a:r>
            <a:endParaRPr lang="tr-TR"/>
          </a:p>
          <a:p>
            <a:r>
              <a:rPr lang="tr-TR">
                <a:ea typeface="+mn-lt"/>
                <a:cs typeface="+mn-lt"/>
              </a:rPr>
              <a:t>9. harf sepetin satırına gelinceye kadar satırı 1 arttır</a:t>
            </a:r>
            <a:endParaRPr lang="tr-TR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607122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AC9411D-1258-D315-CB91-8C0349FE0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Algoritma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D6D0424-D01A-B3A8-E461-90EE3F7B09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tr-TR"/>
              <a:t>10. input a ise sütunu 1 karakter sola kaydır</a:t>
            </a:r>
            <a:endParaRPr lang="tr-TR" dirty="0"/>
          </a:p>
          <a:p>
            <a:r>
              <a:rPr lang="tr-TR"/>
              <a:t>11. input d ise sütunu 1 karakter sağa kaydır</a:t>
            </a:r>
          </a:p>
          <a:p>
            <a:r>
              <a:rPr lang="tr-TR"/>
              <a:t>12. satırı bir arttırırken önceki satırı sil</a:t>
            </a:r>
          </a:p>
          <a:p>
            <a:r>
              <a:rPr lang="tr-TR"/>
              <a:t>13. fall_counter 17 olunca random harf girilen harfe eşit mi kontrol et</a:t>
            </a:r>
          </a:p>
          <a:p>
            <a:r>
              <a:rPr lang="tr-TR"/>
              <a:t>14. fall_counter 17 olunca random harf sütunu sepetin sütunu ile aynı mı kontrol </a:t>
            </a:r>
          </a:p>
          <a:p>
            <a:r>
              <a:rPr lang="tr-TR"/>
              <a:t>15. Her ikisi true ise score u bir arttır </a:t>
            </a:r>
          </a:p>
          <a:p>
            <a:r>
              <a:rPr lang="tr-TR"/>
              <a:t>16. score 10 ise hızı 1 arttır</a:t>
            </a:r>
          </a:p>
          <a:p>
            <a:r>
              <a:rPr lang="tr-TR"/>
              <a:t>16. generate letter da score ve hızı yazdır</a:t>
            </a:r>
          </a:p>
          <a:p>
            <a:r>
              <a:rPr lang="tr-TR"/>
              <a:t>17. random harf satırı artarken ekrandan girilen harfe göre sepetin yeni koordinatına yaz</a:t>
            </a:r>
          </a:p>
          <a:p>
            <a:r>
              <a:rPr lang="tr-TR"/>
              <a:t>18. Score 45 ise oyunu bitir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002046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CBBFE28-E430-5391-CF76-A9E6CD4F0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Değişkenler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825C231-183C-93EC-1AC8-5F7926A311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tr-TR"/>
              <a:t>Welcome mesaj</a:t>
            </a:r>
            <a:endParaRPr lang="tr-TR" dirty="0"/>
          </a:p>
          <a:p>
            <a:r>
              <a:rPr lang="tr-TR"/>
              <a:t>Oyuna başlama komutu</a:t>
            </a:r>
            <a:endParaRPr lang="tr-TR" dirty="0"/>
          </a:p>
          <a:p>
            <a:r>
              <a:rPr lang="tr-TR"/>
              <a:t>Hız ve score tabelası</a:t>
            </a:r>
            <a:endParaRPr lang="tr-TR" dirty="0"/>
          </a:p>
          <a:p>
            <a:r>
              <a:rPr lang="tr-TR"/>
              <a:t>Basket oluşturma</a:t>
            </a:r>
            <a:endParaRPr lang="tr-TR" dirty="0"/>
          </a:p>
          <a:p>
            <a:r>
              <a:rPr lang="tr-TR"/>
              <a:t>Random harf </a:t>
            </a:r>
            <a:endParaRPr lang="tr-TR" dirty="0"/>
          </a:p>
          <a:p>
            <a:r>
              <a:rPr lang="tr-TR"/>
              <a:t>Pozisyon değişkenleri</a:t>
            </a:r>
            <a:endParaRPr lang="tr-TR" dirty="0"/>
          </a:p>
          <a:p>
            <a:endParaRPr lang="tr-TR" dirty="0"/>
          </a:p>
          <a:p>
            <a:pPr marL="0" indent="0"/>
            <a:endParaRPr lang="tr-TR" sz="1400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938888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58F0E9F-4A4D-C76B-A223-E2F322767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Kodlama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7CD7570-79C0-9EEE-E8E9-BFE9CBC2CE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8578"/>
            <a:ext cx="10515600" cy="5052861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tr-TR"/>
              <a:t>Welcome mesajın ekrana yazılması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tr-TR" sz="2000"/>
              <a:t>(</a:t>
            </a:r>
            <a:r>
              <a:rPr lang="tr-TR" sz="2000">
                <a:ea typeface="+mn-lt"/>
                <a:cs typeface="+mn-lt"/>
              </a:rPr>
              <a:t>; Print welcome message)</a:t>
            </a:r>
            <a:endParaRPr lang="tr-TR" sz="2000"/>
          </a:p>
          <a:p>
            <a:r>
              <a:rPr lang="tr-TR"/>
              <a:t>Oynama talimatlarının ekrana yazılması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tr-TR" sz="2000">
                <a:ea typeface="+mn-lt"/>
                <a:cs typeface="+mn-lt"/>
              </a:rPr>
              <a:t>; Print instructions</a:t>
            </a:r>
            <a:endParaRPr lang="tr-TR" sz="2000" dirty="0"/>
          </a:p>
          <a:p>
            <a:r>
              <a:rPr lang="tr-TR"/>
              <a:t>Hedef harf girişi</a:t>
            </a:r>
            <a:endParaRPr lang="tr-TR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tr-TR" sz="2000">
                <a:ea typeface="+mn-lt"/>
                <a:cs typeface="+mn-lt"/>
              </a:rPr>
              <a:t> ; Print " bir harf gir: "</a:t>
            </a:r>
            <a:endParaRPr lang="tr-TR" sz="2000"/>
          </a:p>
          <a:p>
            <a:r>
              <a:rPr lang="tr-TR"/>
              <a:t>Oyuna başlama komutunun girişi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tr-TR" sz="1200" dirty="0">
                <a:ea typeface="+mn-lt"/>
                <a:cs typeface="+mn-lt"/>
              </a:rPr>
              <a:t> </a:t>
            </a:r>
            <a:r>
              <a:rPr lang="tr-TR" sz="2000">
                <a:ea typeface="+mn-lt"/>
                <a:cs typeface="+mn-lt"/>
              </a:rPr>
              <a:t>; Check if input is 'B'</a:t>
            </a:r>
            <a:endParaRPr lang="tr-TR" sz="2000" dirty="0"/>
          </a:p>
          <a:p>
            <a:r>
              <a:rPr lang="tr-TR"/>
              <a:t>Random harf oluşturma 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tr-TR" sz="2000">
                <a:ea typeface="+mn-lt"/>
                <a:cs typeface="+mn-lt"/>
              </a:rPr>
              <a:t>; Generate random letter (A-Z)</a:t>
            </a:r>
            <a:r>
              <a:rPr lang="tr-TR"/>
              <a:t> </a:t>
            </a:r>
          </a:p>
          <a:p>
            <a:r>
              <a:rPr lang="tr-TR"/>
              <a:t>Sepetin oluşturulması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tr-TR" sz="2000">
                <a:ea typeface="+mn-lt"/>
                <a:cs typeface="+mn-lt"/>
              </a:rPr>
              <a:t>; Print basket</a:t>
            </a:r>
            <a:endParaRPr lang="tr-TR" sz="2000" dirty="0"/>
          </a:p>
          <a:p>
            <a:r>
              <a:rPr lang="tr-TR"/>
              <a:t>Harfin hareketi için loop oluşturulması</a:t>
            </a:r>
            <a:endParaRPr lang="tr-TR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tr-TR" sz="2000">
                <a:ea typeface="+mn-lt"/>
                <a:cs typeface="+mn-lt"/>
              </a:rPr>
              <a:t> falling_loop:</a:t>
            </a:r>
            <a:endParaRPr lang="tr-TR" sz="2000" dirty="0"/>
          </a:p>
          <a:p>
            <a:r>
              <a:rPr lang="tr-TR"/>
              <a:t>Her harekette bir önceki pozisyonun temizlenmesi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tr-TR" sz="2000">
                <a:ea typeface="+mn-lt"/>
                <a:cs typeface="+mn-lt"/>
              </a:rPr>
              <a:t>; Clear previous letter position if not first iteration</a:t>
            </a:r>
            <a:endParaRPr lang="tr-TR" sz="2000" dirty="0"/>
          </a:p>
        </p:txBody>
      </p:sp>
    </p:spTree>
    <p:extLst>
      <p:ext uri="{BB962C8B-B14F-4D97-AF65-F5344CB8AC3E}">
        <p14:creationId xmlns:p14="http://schemas.microsoft.com/office/powerpoint/2010/main" val="1354572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D7251FA-3D5D-2A14-AAAF-64F12C927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Kodlama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D2E1FC7-20E6-D260-CDA2-A9F7D2534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2292"/>
            <a:ext cx="10515600" cy="4774671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tr-TR"/>
              <a:t>Harf 17 satır hareket edecek şekilde counter tanımlanmıştır.</a:t>
            </a:r>
          </a:p>
          <a:p>
            <a:r>
              <a:rPr lang="tr-TR"/>
              <a:t>Sepetin sağ ve sol hareketleri için A ve D tuşları ile yordamlar çağrılmakta</a:t>
            </a:r>
          </a:p>
          <a:p>
            <a:pPr marL="457200" lvl="1" indent="0">
              <a:buFont typeface="Courier New" panose="020B0604020202020204" pitchFamily="34" charset="0"/>
              <a:buChar char="o"/>
            </a:pPr>
            <a:r>
              <a:rPr lang="tr-TR" sz="1600">
                <a:ea typeface="+mn-lt"/>
                <a:cs typeface="+mn-lt"/>
              </a:rPr>
              <a:t> move_basket_left, </a:t>
            </a:r>
          </a:p>
          <a:p>
            <a:pPr marL="457200" lvl="1" indent="0">
              <a:buFont typeface="Courier New" panose="020B0604020202020204" pitchFamily="34" charset="0"/>
              <a:buChar char="o"/>
            </a:pPr>
            <a:r>
              <a:rPr lang="tr-TR" sz="1600">
                <a:ea typeface="+mn-lt"/>
                <a:cs typeface="+mn-lt"/>
              </a:rPr>
              <a:t>move_basket_right:</a:t>
            </a:r>
            <a:endParaRPr lang="tr-TR"/>
          </a:p>
          <a:p>
            <a:r>
              <a:rPr lang="tr-TR"/>
              <a:t>4 seviye hız tanımlanmıştır. 1. seviye 5 sn beklemeli, 2. seviye 3. saniye 3. seviye 2 sn 1 seviye bekleme olmadan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tr-TR"/>
              <a:t>Delay_1</a:t>
            </a:r>
            <a:endParaRPr lang="tr-TR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tr-TR"/>
              <a:t>Delay_2</a:t>
            </a:r>
            <a:endParaRPr lang="tr-TR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tr-TR"/>
              <a:t>Delay_3</a:t>
            </a:r>
            <a:endParaRPr lang="tr-TR" dirty="0"/>
          </a:p>
          <a:p>
            <a:pPr lvl="1">
              <a:buFont typeface="Courier New" panose="020B0604020202020204" pitchFamily="34" charset="0"/>
              <a:buChar char="o"/>
            </a:pPr>
            <a:endParaRPr lang="tr-TR" dirty="0"/>
          </a:p>
          <a:p>
            <a:r>
              <a:rPr lang="tr-TR"/>
              <a:t>Doğru harf sepete eklenirse 1 puan ekleniyor</a:t>
            </a:r>
            <a:endParaRPr lang="tr-TR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tr-TR" sz="2000">
                <a:ea typeface="+mn-lt"/>
                <a:cs typeface="+mn-lt"/>
              </a:rPr>
              <a:t>; Correct letter caught</a:t>
            </a:r>
            <a:endParaRPr lang="tr-TR" sz="2000"/>
          </a:p>
          <a:p>
            <a:r>
              <a:rPr lang="tr-TR"/>
              <a:t>Yanlış harf sepete eklenir –5 ceza puanı düşüyor.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tr-TR">
                <a:ea typeface="+mn-lt"/>
                <a:cs typeface="+mn-lt"/>
              </a:rPr>
              <a:t>wrong_letter:</a:t>
            </a:r>
          </a:p>
          <a:p>
            <a:r>
              <a:rPr lang="tr-TR"/>
              <a:t>Score 45 e geldiğinde oyun bitecek şekilde düzenlenmiştir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tr-TR" sz="1200">
                <a:ea typeface="+mn-lt"/>
                <a:cs typeface="+mn-lt"/>
              </a:rPr>
              <a:t>check_game_end: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553773010"/>
      </p:ext>
    </p:extLst>
  </p:cSld>
  <p:clrMapOvr>
    <a:masterClrMapping/>
  </p:clrMapOvr>
</p:sld>
</file>

<file path=ppt/theme/theme1.xml><?xml version="1.0" encoding="utf-8"?>
<a:theme xmlns:a="http://schemas.openxmlformats.org/drawingml/2006/main" name="Ofis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is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Geniş ekran</PresentationFormat>
  <Paragraphs>0</Paragraphs>
  <Slides>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8</vt:i4>
      </vt:variant>
    </vt:vector>
  </HeadingPairs>
  <TitlesOfParts>
    <vt:vector size="9" baseType="lpstr">
      <vt:lpstr>Ofis Teması</vt:lpstr>
      <vt:lpstr>PowerPoint Sunusu</vt:lpstr>
      <vt:lpstr>Github</vt:lpstr>
      <vt:lpstr>Görev</vt:lpstr>
      <vt:lpstr>Algoritma</vt:lpstr>
      <vt:lpstr>Algoritma</vt:lpstr>
      <vt:lpstr>Değişkenler</vt:lpstr>
      <vt:lpstr>Kodlama</vt:lpstr>
      <vt:lpstr>Kodlama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167</cp:revision>
  <dcterms:created xsi:type="dcterms:W3CDTF">2012-08-15T22:53:30Z</dcterms:created>
  <dcterms:modified xsi:type="dcterms:W3CDTF">2026-04-26T22:02:08Z</dcterms:modified>
</cp:coreProperties>
</file>